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1CCA-F0F2-4430-9D7E-AA803F827D4B}" type="datetimeFigureOut">
              <a:rPr lang="ru-RU" smtClean="0"/>
              <a:t>20.06.2025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82118597-59C8-478F-86CA-FD31CC7DB342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641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1CCA-F0F2-4430-9D7E-AA803F827D4B}" type="datetimeFigureOut">
              <a:rPr lang="ru-RU" smtClean="0"/>
              <a:t>20.06.2025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18597-59C8-478F-86CA-FD31CC7DB342}" type="slidenum">
              <a:rPr lang="ru-RU" smtClean="0"/>
              <a:t>‹#›</a:t>
            </a:fld>
            <a:endParaRPr lang="ru-RU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8629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1CCA-F0F2-4430-9D7E-AA803F827D4B}" type="datetimeFigureOut">
              <a:rPr lang="ru-RU" smtClean="0"/>
              <a:t>20.06.2025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18597-59C8-478F-86CA-FD31CC7DB342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7378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1CCA-F0F2-4430-9D7E-AA803F827D4B}" type="datetimeFigureOut">
              <a:rPr lang="ru-RU" smtClean="0"/>
              <a:t>20.06.2025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18597-59C8-478F-86CA-FD31CC7DB342}" type="slidenum">
              <a:rPr lang="ru-RU" smtClean="0"/>
              <a:t>‹#›</a:t>
            </a:fld>
            <a:endParaRPr lang="ru-RU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5157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1CCA-F0F2-4430-9D7E-AA803F827D4B}" type="datetimeFigureOut">
              <a:rPr lang="ru-RU" smtClean="0"/>
              <a:t>20.06.2025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18597-59C8-478F-86CA-FD31CC7DB342}" type="slidenum">
              <a:rPr lang="ru-RU" smtClean="0"/>
              <a:t>‹#›</a:t>
            </a:fld>
            <a:endParaRPr lang="ru-RU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2886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1CCA-F0F2-4430-9D7E-AA803F827D4B}" type="datetimeFigureOut">
              <a:rPr lang="ru-RU" smtClean="0"/>
              <a:t>20.06.2025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18597-59C8-478F-86CA-FD31CC7DB342}" type="slidenum">
              <a:rPr lang="ru-RU" smtClean="0"/>
              <a:t>‹#›</a:t>
            </a:fld>
            <a:endParaRPr lang="ru-RU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9550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1CCA-F0F2-4430-9D7E-AA803F827D4B}" type="datetimeFigureOut">
              <a:rPr lang="ru-RU" smtClean="0"/>
              <a:t>20.06.2025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18597-59C8-478F-86CA-FD31CC7DB3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4367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1CCA-F0F2-4430-9D7E-AA803F827D4B}" type="datetimeFigureOut">
              <a:rPr lang="ru-RU" smtClean="0"/>
              <a:t>20.06.2025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18597-59C8-478F-86CA-FD31CC7DB342}" type="slidenum">
              <a:rPr lang="ru-RU" smtClean="0"/>
              <a:t>‹#›</a:t>
            </a:fld>
            <a:endParaRPr lang="ru-RU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2084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2DEF1CCA-F0F2-4430-9D7E-AA803F827D4B}" type="datetimeFigureOut">
              <a:rPr lang="ru-RU" smtClean="0"/>
              <a:t>20.06.2025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18597-59C8-478F-86CA-FD31CC7DB342}" type="slidenum">
              <a:rPr lang="ru-RU" smtClean="0"/>
              <a:t>‹#›</a:t>
            </a:fld>
            <a:endParaRPr lang="ru-RU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6083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1CCA-F0F2-4430-9D7E-AA803F827D4B}" type="datetimeFigureOut">
              <a:rPr lang="ru-RU" smtClean="0"/>
              <a:t>20.06.2025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18597-59C8-478F-86CA-FD31CC7DB342}" type="slidenum">
              <a:rPr lang="ru-RU" smtClean="0"/>
              <a:t>‹#›</a:t>
            </a:fld>
            <a:endParaRPr lang="ru-RU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4440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F1CCA-F0F2-4430-9D7E-AA803F827D4B}" type="datetimeFigureOut">
              <a:rPr lang="ru-RU" smtClean="0"/>
              <a:t>20.06.2025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118597-59C8-478F-86CA-FD31CC7DB342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7751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EF1CCA-F0F2-4430-9D7E-AA803F827D4B}" type="datetimeFigureOut">
              <a:rPr lang="ru-RU" smtClean="0"/>
              <a:t>20.06.2025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82118597-59C8-478F-86CA-FD31CC7DB342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225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08B6C4-4312-FFCB-8393-3EFFE02B22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AViase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365E57C-F25E-84F9-24F0-0E3455DDD1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Приложения </a:t>
            </a:r>
            <a:r>
              <a:rPr lang="ru-RU"/>
              <a:t>для аэропорта</a:t>
            </a:r>
          </a:p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1961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288371-E26A-FAE8-45E6-B6D3F20BA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3676" y="365125"/>
            <a:ext cx="6880123" cy="6281481"/>
          </a:xfrm>
        </p:spPr>
        <p:txBody>
          <a:bodyPr>
            <a:normAutofit/>
          </a:bodyPr>
          <a:lstStyle/>
          <a:p>
            <a:r>
              <a:rPr lang="en-US" sz="2000" dirty="0" err="1"/>
              <a:t>Aviase</a:t>
            </a:r>
            <a:r>
              <a:rPr lang="en-US" sz="2000" dirty="0"/>
              <a:t> – </a:t>
            </a:r>
            <a:r>
              <a:rPr lang="ru-RU" sz="2000" dirty="0"/>
              <a:t>это приложение для отслеживание полётов в реальное время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6C7C42D-BA5E-C7A8-ABAA-1644E2FCB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23962"/>
            <a:ext cx="2505075" cy="441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206879"/>
      </p:ext>
    </p:extLst>
  </p:cSld>
  <p:clrMapOvr>
    <a:masterClrMapping/>
  </p:clrMapOvr>
</p:sld>
</file>

<file path=ppt/theme/theme1.xml><?xml version="1.0" encoding="utf-8"?>
<a:theme xmlns:a="http://schemas.openxmlformats.org/drawingml/2006/main" name="Галерея">
  <a:themeElements>
    <a:clrScheme name="Галерея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Галерея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алерея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</TotalTime>
  <Words>14</Words>
  <Application>Microsoft Office PowerPoint</Application>
  <PresentationFormat>Широкоэкранный</PresentationFormat>
  <Paragraphs>3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5" baseType="lpstr">
      <vt:lpstr>Arial</vt:lpstr>
      <vt:lpstr>Gill Sans MT</vt:lpstr>
      <vt:lpstr>Галерея</vt:lpstr>
      <vt:lpstr>AViase</vt:lpstr>
      <vt:lpstr>Aviase – это приложение для отслеживание полётов в реальное время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Koter Koshara</dc:creator>
  <cp:lastModifiedBy>Koter Koshara</cp:lastModifiedBy>
  <cp:revision>1</cp:revision>
  <dcterms:created xsi:type="dcterms:W3CDTF">2025-06-20T05:49:43Z</dcterms:created>
  <dcterms:modified xsi:type="dcterms:W3CDTF">2025-06-20T05:56:29Z</dcterms:modified>
</cp:coreProperties>
</file>